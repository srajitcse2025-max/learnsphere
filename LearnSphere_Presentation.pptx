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>
                <a:solidFill>
                  <a:srgbClr val="002060"/>
                </a:solidFill>
              </a:defRPr>
            </a:pPr>
            <a:r>
              <a:t>CS5304 – JAVA PROGRAMMING PBL Project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/>
            </a:pPr>
            <a:r>
              <a:t>LEARNSPHERE: PERSONALIZED LEARNING MANAGEMENT PLATFORM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Presented by:</a:t>
            </a:r>
          </a:p>
          <a:p>
            <a:pPr>
              <a:defRPr sz="1600"/>
            </a:pPr>
            <a:r>
              <a:t>S.Rajit (2104251040821)</a:t>
            </a:r>
          </a:p>
          <a:p>
            <a:pPr>
              <a:defRPr sz="1600"/>
            </a:pPr>
            <a:r>
              <a:t>Computer Science and Engineering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Mentor:</a:t>
            </a:r>
          </a:p>
          <a:p>
            <a:pPr>
              <a:defRPr sz="1600"/>
            </a:pPr>
            <a:r>
              <a:t>Mrs. M. Geetha . M.E.</a:t>
            </a:r>
          </a:p>
          <a:p>
            <a:pPr>
              <a:defRPr sz="1600"/>
            </a:pPr>
            <a:r>
              <a:t>Computer Science and Engineering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Date: 07/10/2026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academic institutions rely on fragmented, manual systems for managing course delivery, student assessments, and performance tracking.</a:t>
            </a:r>
          </a:p>
          <a:p>
            <a:r>
              <a:t>Students and faculty are affected by inefficient communication and lack of centralized access to learning materials.</a:t>
            </a:r>
          </a:p>
          <a:p>
            <a:r>
              <a:t>Existing systems are often disjointed, requiring separate platforms for videos, quizzes, and grading.</a:t>
            </a:r>
          </a:p>
          <a:p>
            <a:r>
              <a:t>LearnSphere provides a unified Java-based (Spring Boot) solution integrating courses, auto-graded quizzes, and GPA tracking into a single web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Objectives:</a:t>
            </a:r>
          </a:p>
          <a:p>
            <a:pPr lvl="1"/>
            <a:r>
              <a:t>Identify and analyse the fragmentation in college management.</a:t>
            </a:r>
          </a:p>
          <a:p>
            <a:pPr lvl="1"/>
            <a:r>
              <a:t>Design a unified Spring Boot platform for learning and academic management.</a:t>
            </a:r>
          </a:p>
          <a:p>
            <a:pPr lvl="1"/>
            <a:r>
              <a:t>Implement role-based access control, MCQ auto-grading, and GPA analytics using Java programming.</a:t>
            </a:r>
          </a:p>
          <a:p>
            <a:pPr lvl="1"/>
            <a:r>
              <a:t>Test and evaluate the application using H2 Database and Thymeleaf.</a:t>
            </a:r>
          </a:p>
          <a:p>
            <a:r>
              <a:t>Expected Outcome:</a:t>
            </a:r>
          </a:p>
          <a:p>
            <a:pPr lvl="1"/>
            <a:r>
              <a:t>A functional Java-based LMS capable of addressing academic tracking efficiently and providing a unified, dark-themed user-friendly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Input, Processing &amp; Functional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/ Data Sources:</a:t>
            </a:r>
          </a:p>
          <a:p>
            <a:pPr lvl="1"/>
            <a:r>
              <a:t>User credentials, MCQ answers, YouTube URLs, and internal/external marks.</a:t>
            </a:r>
          </a:p>
          <a:p>
            <a:r>
              <a:t>Processing / Functional Analysis:</a:t>
            </a:r>
          </a:p>
          <a:p>
            <a:pPr lvl="1"/>
            <a:r>
              <a:t>Spring Security validates inputs and manages RBAC authentication.</a:t>
            </a:r>
          </a:p>
          <a:p>
            <a:pPr lvl="1"/>
            <a:r>
              <a:t>Service layer grades quizzes and automatically computes GPA/CGPA.</a:t>
            </a:r>
          </a:p>
          <a:p>
            <a:r>
              <a:t>Key Functionalities:</a:t>
            </a:r>
          </a:p>
          <a:p>
            <a:pPr lvl="1"/>
            <a:r>
              <a:t>1. Role-Based Access Control (Student/Faculty/Admin)</a:t>
            </a:r>
          </a:p>
          <a:p>
            <a:pPr lvl="1"/>
            <a:r>
              <a:t>2. Course &amp; Video Playlist Management</a:t>
            </a:r>
          </a:p>
          <a:p>
            <a:pPr lvl="1"/>
            <a:r>
              <a:t>3. Auto-Graded MCQ Quizzes</a:t>
            </a:r>
          </a:p>
          <a:p>
            <a:pPr lvl="1"/>
            <a:r>
              <a:t>4. GPA/CGPA Analytics Dashboard</a:t>
            </a:r>
          </a:p>
          <a:p>
            <a:pPr lvl="1"/>
            <a:r>
              <a:t>5. Interactive Performance Visualization (Chart.js)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Architecture:</a:t>
            </a:r>
          </a:p>
          <a:p>
            <a:pPr lvl="1"/>
            <a:r>
              <a:t>Users → Spring Security (Auth) → Controllers → Service Layer → JPA Repositories → H2 Database.</a:t>
            </a:r>
          </a:p>
          <a:p>
            <a:r>
              <a:t>Java Concepts and Implementation:</a:t>
            </a:r>
          </a:p>
          <a:p>
            <a:pPr lvl="1"/>
            <a:r>
              <a:t>Utilizes Object-Oriented Design (Entities), Collections, Exception Handling, and Layered MVC Architecture.</a:t>
            </a:r>
          </a:p>
          <a:p>
            <a:r>
              <a:t>Technology Stack:</a:t>
            </a:r>
          </a:p>
          <a:p>
            <a:pPr lvl="1"/>
            <a:r>
              <a:t>Programming Language: Java 17</a:t>
            </a:r>
          </a:p>
          <a:p>
            <a:pPr lvl="1"/>
            <a:r>
              <a:t>IDE: IntelliJ IDEA</a:t>
            </a:r>
          </a:p>
          <a:p>
            <a:pPr lvl="1"/>
            <a:r>
              <a:t>Database: H2 In-Memory (JPA / Hibernate)</a:t>
            </a:r>
          </a:p>
          <a:p>
            <a:pPr lvl="1"/>
            <a:r>
              <a:t>Frameworks: Spring Boot 3.2.5, Spring Security 6, Thymeleaf</a:t>
            </a:r>
          </a:p>
          <a:p>
            <a:pPr lvl="1"/>
            <a:r>
              <a:t>Tools: Maven, Git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Feasibility, Risk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Feasibility:</a:t>
            </a:r>
          </a:p>
          <a:p>
            <a:pPr lvl="1"/>
            <a:r>
              <a:t>Technical: Developed entirely using open-source Java technologies.</a:t>
            </a:r>
          </a:p>
          <a:p>
            <a:pPr lvl="1"/>
            <a:r>
              <a:t>Operational: Simple and accessible via any web browser.</a:t>
            </a:r>
          </a:p>
          <a:p>
            <a:pPr lvl="1"/>
            <a:r>
              <a:t>Economic: Zero-cost tools (Spring Boot, H2, Bootstrap).</a:t>
            </a:r>
          </a:p>
          <a:p>
            <a:r>
              <a:t>Risk and Challenges:</a:t>
            </a:r>
          </a:p>
          <a:p>
            <a:pPr lvl="1"/>
            <a:r>
              <a:t>Configuring comprehensive Role-Based Access Control accurately.</a:t>
            </a:r>
          </a:p>
          <a:p>
            <a:pPr lvl="1"/>
            <a:r>
              <a:t>Establishing proper JPA entity relationships (OneToMany) without circular dependencies.</a:t>
            </a:r>
          </a:p>
          <a:p>
            <a:pPr lvl="1"/>
            <a:r>
              <a:t>Designing a consistent dark-themed UI resolving CSS contrast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(Project 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LearnSphere fully compiles 35 Java source files with 0 errors and boots in &lt;10 seconds.</a:t>
            </a:r>
          </a:p>
        </p:txBody>
      </p:sp>
      <p:pic>
        <p:nvPicPr>
          <p:cNvPr id="4" name="Picture 3" descr="LearnSphere_LMS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171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Conclusion, 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pPr lvl="1"/>
            <a:r>
              <a:t>Developed LearnSphere using Java Spring Boot to address fragmented academic workflows. It successfully integrates courses, quizzes, and GPA analytics into a cohesive, secure LMS.</a:t>
            </a:r>
          </a:p>
          <a:p>
            <a:r>
              <a:t>Future Scope:</a:t>
            </a:r>
          </a:p>
          <a:p>
            <a:pPr lvl="1"/>
            <a:r>
              <a:t>Migrate to MySQL/PostgreSQL for persistent storage.</a:t>
            </a:r>
          </a:p>
          <a:p>
            <a:pPr lvl="1"/>
            <a:r>
              <a:t>Integrate AI-powered quiz generation.</a:t>
            </a:r>
          </a:p>
          <a:p>
            <a:pPr lvl="1"/>
            <a:r>
              <a:t>Implement real-time video conferencing (WebRTC).</a:t>
            </a:r>
          </a:p>
          <a:p>
            <a:r>
              <a:t>Limitations:</a:t>
            </a:r>
          </a:p>
          <a:p>
            <a:pPr lvl="1"/>
            <a:r>
              <a:t>In-memory H2 database resets data on restart.</a:t>
            </a:r>
          </a:p>
          <a:p>
            <a:pPr lvl="1"/>
            <a:r>
              <a:t>Quiz timer is enforced at UI level, not server side.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Repository:</a:t>
            </a:r>
          </a:p>
          <a:p>
            <a:pPr lvl="1"/>
            <a:r>
              <a:t>https://github.com/srajitcse2025-max/LearnSphere.git</a:t>
            </a:r>
          </a:p>
          <a:p/>
          <a:p>
            <a:r>
              <a:t>S.Rajit (2104251040821)</a:t>
            </a:r>
          </a:p>
          <a:p>
            <a:r>
              <a:t>Computer Science and Engineering</a:t>
            </a:r>
          </a:p>
          <a:p>
            <a:r>
              <a:t>Date: 07/10/2026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